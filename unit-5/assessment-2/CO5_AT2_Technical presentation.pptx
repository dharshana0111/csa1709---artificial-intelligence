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2733" y="1465838"/>
            <a:ext cx="8051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sz="4000" dirty="0"/>
              <a:t>System Analysis of an AI-Based Flight Booking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493" y="2995507"/>
            <a:ext cx="106070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/>
            </a:pPr>
            <a:r>
              <a:rPr sz="2000" b="1" dirty="0"/>
              <a:t>Reverse Engineering of Architecture, Components and Working Process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CO5 Assessment Tool 3</a:t>
            </a:r>
            <a:r>
              <a:rPr lang="en-IN" dirty="0"/>
              <a:t>-Technical Presentation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Name: </a:t>
            </a:r>
            <a:r>
              <a:rPr lang="en-IN" dirty="0"/>
              <a:t>K.S.DHARSHANA</a:t>
            </a:r>
            <a:r>
              <a:rPr dirty="0"/>
              <a:t>   </a:t>
            </a:r>
            <a:endParaRPr lang="en-IN"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Register No</a:t>
            </a:r>
            <a:r>
              <a:rPr lang="en-IN" dirty="0"/>
              <a:t>:192412015</a:t>
            </a:r>
          </a:p>
          <a:p>
            <a:pPr>
              <a:spcAft>
                <a:spcPts val="800"/>
              </a:spcAft>
              <a:defRPr sz="2000"/>
            </a:pPr>
            <a:r>
              <a:rPr lang="en-IN" dirty="0"/>
              <a:t>Artificial Intelligence – CSA1709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BF6B4E-D07E-1021-9D1A-B3CC75BAD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338"/>
            <a:ext cx="2324100" cy="133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0FD106-DB79-1DF2-5619-D78F33C8C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7732" y="132338"/>
            <a:ext cx="1202267" cy="12022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22359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400" dirty="0"/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85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2000"/>
            </a:pPr>
            <a:r>
              <a:rPr sz="2400" dirty="0"/>
              <a:t>• AI-based chatbot that helps users find and book flights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000"/>
            </a:pPr>
            <a:r>
              <a:rPr sz="2400" dirty="0"/>
              <a:t>• Understands travel requirements through natural language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000"/>
            </a:pPr>
            <a:r>
              <a:rPr sz="2400" dirty="0"/>
              <a:t>• Identifies missing information and asks relevant questions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000"/>
            </a:pPr>
            <a:r>
              <a:rPr sz="2400" dirty="0"/>
              <a:t>• Searches available flights and suggests suitable options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000"/>
            </a:pPr>
            <a:r>
              <a:rPr sz="2400" dirty="0"/>
              <a:t>• Main goal: help the user find a suitable flight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000"/>
            </a:pPr>
            <a:endParaRPr sz="2400" dirty="0"/>
          </a:p>
          <a:p>
            <a:pPr>
              <a:lnSpc>
                <a:spcPct val="150000"/>
              </a:lnSpc>
              <a:spcAft>
                <a:spcPts val="800"/>
              </a:spcAft>
              <a:defRPr sz="2000"/>
            </a:pPr>
            <a:r>
              <a:rPr sz="2400" dirty="0"/>
              <a:t>Example: User → “I want to book a flight to Chennai next Friday.”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000"/>
            </a:pPr>
            <a:r>
              <a:rPr sz="2400" dirty="0"/>
              <a:t>Chatbot → asks for departure time and preferred airline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4489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/>
              <a:t>PEAS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83174"/>
            <a:ext cx="1060704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sz="2400" dirty="0"/>
              <a:t>P – Performance: Correct flight selection, quick response and successful booking</a:t>
            </a:r>
          </a:p>
          <a:p>
            <a:pPr>
              <a:spcAft>
                <a:spcPts val="800"/>
              </a:spcAft>
              <a:defRPr sz="2000"/>
            </a:pPr>
            <a:r>
              <a:rPr sz="2400" dirty="0"/>
              <a:t>E – Environment: Users, airlines, flight schedules, seats and ticket prices</a:t>
            </a:r>
          </a:p>
          <a:p>
            <a:pPr>
              <a:spcAft>
                <a:spcPts val="800"/>
              </a:spcAft>
              <a:defRPr sz="2000"/>
            </a:pPr>
            <a:r>
              <a:rPr sz="2400" dirty="0"/>
              <a:t>A – Actuators: Replies, questions, flight options and booking actions</a:t>
            </a:r>
          </a:p>
          <a:p>
            <a:pPr>
              <a:spcAft>
                <a:spcPts val="800"/>
              </a:spcAft>
              <a:defRPr sz="2000"/>
            </a:pPr>
            <a:r>
              <a:rPr sz="2400" dirty="0"/>
              <a:t>S – Sensors: User messages and travel requirements</a:t>
            </a:r>
          </a:p>
          <a:p>
            <a:pPr>
              <a:spcAft>
                <a:spcPts val="800"/>
              </a:spcAft>
              <a:defRPr sz="2000"/>
            </a:pPr>
            <a:endParaRPr sz="2400" dirty="0"/>
          </a:p>
          <a:p>
            <a:pPr>
              <a:spcAft>
                <a:spcPts val="800"/>
              </a:spcAft>
              <a:defRPr sz="2000"/>
            </a:pPr>
            <a:r>
              <a:rPr sz="2400" dirty="0"/>
              <a:t>Agent Type: Goal-Based Agent</a:t>
            </a:r>
          </a:p>
          <a:p>
            <a:pPr>
              <a:spcAft>
                <a:spcPts val="800"/>
              </a:spcAft>
              <a:defRPr sz="2000"/>
            </a:pPr>
            <a:r>
              <a:rPr sz="2400" dirty="0"/>
              <a:t>The chatbot uses user information to achieve the goal of finding a suitable flight.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AFEA27-7F16-A790-33C6-DEBD823E0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953029"/>
            <a:ext cx="9753600" cy="5324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25424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/>
              <a:t>Working &amp;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4606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sz="2400" dirty="0"/>
              <a:t>1. User gives destination and date</a:t>
            </a:r>
          </a:p>
          <a:p>
            <a:pPr>
              <a:spcAft>
                <a:spcPts val="800"/>
              </a:spcAft>
              <a:defRPr sz="2000"/>
            </a:pPr>
            <a:r>
              <a:rPr sz="2400" dirty="0"/>
              <a:t>2. NLU extracts important details</a:t>
            </a:r>
          </a:p>
          <a:p>
            <a:pPr>
              <a:spcAft>
                <a:spcPts val="800"/>
              </a:spcAft>
              <a:defRPr sz="2000"/>
            </a:pPr>
            <a:r>
              <a:rPr sz="2400" dirty="0"/>
              <a:t>3. Dialogue Manager checks for missing information</a:t>
            </a:r>
          </a:p>
          <a:p>
            <a:pPr>
              <a:spcAft>
                <a:spcPts val="800"/>
              </a:spcAft>
              <a:defRPr sz="2000"/>
            </a:pPr>
            <a:r>
              <a:rPr sz="2400" dirty="0"/>
              <a:t>4. User provides preferred time</a:t>
            </a:r>
          </a:p>
          <a:p>
            <a:pPr>
              <a:spcAft>
                <a:spcPts val="800"/>
              </a:spcAft>
              <a:defRPr sz="2000"/>
            </a:pPr>
            <a:r>
              <a:rPr sz="2400" dirty="0"/>
              <a:t>5. Flight information is retrieved</a:t>
            </a:r>
          </a:p>
          <a:p>
            <a:pPr>
              <a:spcAft>
                <a:spcPts val="800"/>
              </a:spcAft>
              <a:defRPr sz="2000"/>
            </a:pPr>
            <a:r>
              <a:rPr sz="2400" dirty="0"/>
              <a:t>6. Suitable flights are identified</a:t>
            </a:r>
          </a:p>
          <a:p>
            <a:pPr>
              <a:spcAft>
                <a:spcPts val="800"/>
              </a:spcAft>
              <a:defRPr sz="2000"/>
            </a:pPr>
            <a:r>
              <a:rPr sz="2400" dirty="0"/>
              <a:t>7. NLG generates the final response</a:t>
            </a:r>
          </a:p>
          <a:p>
            <a:pPr>
              <a:spcAft>
                <a:spcPts val="800"/>
              </a:spcAft>
              <a:defRPr sz="2000"/>
            </a:pPr>
            <a:endParaRPr sz="2400" dirty="0"/>
          </a:p>
          <a:p>
            <a:pPr>
              <a:spcAft>
                <a:spcPts val="800"/>
              </a:spcAft>
              <a:defRPr sz="2000"/>
            </a:pPr>
            <a:r>
              <a:rPr sz="2400" dirty="0"/>
              <a:t>Example: “Morning flight, no preference” → 3 morning flights found → cheapest option suggested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94289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/>
              <a:t>Findings &amp; Enhancement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dirty="0"/>
              <a:t>Reverse-Engineering Findings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NLU understands user requirements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Dialogue Manager manages the conversation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Knowledge Base provides flight information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NLG produces the response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System works toward the booking goal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Proposed Enhancement: Add a Learning Component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It can learn user preferences such as preferred timings and cheaper options, improving future recommendations.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Conclusion: Reverse engineering helps identify how the AI system receives input, processes it and produces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328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Dharshana</dc:creator>
  <cp:keywords/>
  <dc:description>generated using python-pptx</dc:description>
  <cp:lastModifiedBy>dharshana0111@outlook.com</cp:lastModifiedBy>
  <cp:revision>2</cp:revision>
  <dcterms:created xsi:type="dcterms:W3CDTF">2013-01-27T09:14:16Z</dcterms:created>
  <dcterms:modified xsi:type="dcterms:W3CDTF">2026-08-24T03:29:53Z</dcterms:modified>
  <cp:category/>
</cp:coreProperties>
</file>